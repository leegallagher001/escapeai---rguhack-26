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B55A57-E49D-4B24-A67F-C04D7AFAA5EE}" v="752" dt="2026-03-01T05:51:21.1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41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440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191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0427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45240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30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1510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8253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7119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545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804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2/28/2026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475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8000" dirty="0" err="1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EscapeAI</a:t>
            </a:r>
            <a:endParaRPr lang="en-GB" sz="8000">
              <a:solidFill>
                <a:schemeClr val="bg1"/>
              </a:solidFill>
              <a:latin typeface="ADLaM Display"/>
              <a:ea typeface="ADLaM Display"/>
              <a:cs typeface="ADLaM Display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sz="3600" dirty="0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By the </a:t>
            </a:r>
            <a:r>
              <a:rPr lang="en-GB" sz="3600" dirty="0" err="1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escApIsts</a:t>
            </a:r>
            <a:r>
              <a:rPr lang="en-GB" sz="3600" dirty="0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 - Lee Gallagher &amp; Nimrod Rankin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6C2CD-7232-F833-6043-3B1936B9C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Overall Project &amp; Theme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F72CE2-1B30-0C07-9CE5-2EAE79662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A point-and-click escape room game and adventure that is designed to both be an interesting game as well as an </a:t>
            </a:r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educational experience with a theme of AI &amp; the future of computing.</a:t>
            </a:r>
            <a:endParaRPr lang="en-GB" dirty="0">
              <a:solidFill>
                <a:schemeClr val="bg1"/>
              </a:solidFill>
              <a:latin typeface="ADLaM Display"/>
              <a:ea typeface="ADLaM Display"/>
              <a:cs typeface="ADLaM Display"/>
            </a:endParaRPr>
          </a:p>
          <a:p>
            <a:r>
              <a:rPr lang="en-GB" dirty="0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Player is stuck in an AI/tech lab with a large locked door at the end of the room, a robot that can open that door, but which is very clearly broken, and a desk with a </a:t>
            </a:r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desktop PC and a 3D printer.</a:t>
            </a:r>
            <a:endParaRPr lang="en-GB" dirty="0">
              <a:solidFill>
                <a:schemeClr val="bg1"/>
              </a:solidFill>
              <a:latin typeface="ADLaM Display"/>
              <a:ea typeface="ADLaM Display"/>
              <a:cs typeface="ADLaM Display"/>
            </a:endParaRPr>
          </a:p>
          <a:p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Player must solve 3 main puzzles to escape.</a:t>
            </a:r>
            <a:endParaRPr lang="en-GB" dirty="0">
              <a:solidFill>
                <a:schemeClr val="bg1"/>
              </a:solidFill>
              <a:latin typeface="ADLaM Display"/>
              <a:ea typeface="ADLaM Display"/>
              <a:cs typeface="ADLaM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040932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51B02-A166-3BB9-1329-4ADBFD82A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Overall Project &amp; Theme</a:t>
            </a:r>
          </a:p>
        </p:txBody>
      </p:sp>
      <p:pic>
        <p:nvPicPr>
          <p:cNvPr id="4" name="Content Placeholder 3" descr="A cartoon of a room&#10;&#10;AI-generated content may be incorrect.">
            <a:extLst>
              <a:ext uri="{FF2B5EF4-FFF2-40B4-BE49-F238E27FC236}">
                <a16:creationId xmlns:a16="http://schemas.microsoft.com/office/drawing/2014/main" id="{BFE35A41-834B-48A0-92F5-C68C617775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3107" y="1689597"/>
            <a:ext cx="9253724" cy="404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85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BB491-F295-C6E8-0537-373393E9E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Puzzle 1 – 3D Printer</a:t>
            </a:r>
          </a:p>
        </p:txBody>
      </p:sp>
      <p:pic>
        <p:nvPicPr>
          <p:cNvPr id="8" name="Content Placeholder 7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8E2BF81-B171-BAAA-0E44-E838B78259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8282" y="1681260"/>
            <a:ext cx="9215437" cy="4473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651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9674-1EDF-79ED-3F2E-3D4FDBC23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Puzzle 1 – 3D Printer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86ED4-D501-F2D7-03DF-8201C98C0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The player must solve the first puzzle by using a simple drag-and-drop interface to design and print a new wheel and wheel </a:t>
            </a:r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assembly for the broken robot.</a:t>
            </a:r>
            <a:endParaRPr lang="en-GB" dirty="0">
              <a:solidFill>
                <a:schemeClr val="bg1"/>
              </a:solidFill>
              <a:latin typeface="ADLaM Display"/>
              <a:ea typeface="ADLaM Display"/>
              <a:cs typeface="ADLaM Display"/>
            </a:endParaRPr>
          </a:p>
          <a:p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The theme of this exercise is </a:t>
            </a:r>
            <a:r>
              <a:rPr lang="en-GB" b="1" i="1" u="sng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Computer-Aided Design (CAD)</a:t>
            </a:r>
            <a:r>
              <a:rPr lang="en-GB" dirty="0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 </a:t>
            </a:r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and the technology of </a:t>
            </a:r>
            <a:r>
              <a:rPr lang="en-GB" b="1" i="1" u="sng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3D Printing</a:t>
            </a:r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278687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0FC93-D3B6-0E7F-0B79-3E876D81A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Puzzle 2 – Network Repair</a:t>
            </a: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48916B1-1842-A411-C3DF-84504D4E23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16844" y="1690300"/>
            <a:ext cx="9370219" cy="450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80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600A-D7D0-806B-7486-E0D589151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Puzzle 2 – Network Repair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CF22E-3FBB-EF53-1CEF-E20C696A8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After physically repairing the robot with the 3D printer and the new component, the player must then re-establish the wireless network connection between the PC and the robot.</a:t>
            </a:r>
          </a:p>
          <a:p>
            <a:r>
              <a:rPr lang="en-GB" dirty="0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Puzzle involves changing IP Address, Subnet Mask and Gateway to make sure the robot and the PC are on the same network, as well as a very basic wiring task.</a:t>
            </a:r>
          </a:p>
          <a:p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This puzzle highlights the theme of </a:t>
            </a:r>
            <a:r>
              <a:rPr lang="en-GB" b="1" i="1" u="sng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networking</a:t>
            </a:r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.</a:t>
            </a:r>
            <a:endParaRPr lang="en-GB" dirty="0">
              <a:solidFill>
                <a:schemeClr val="bg1"/>
              </a:solidFill>
              <a:latin typeface="ADLaM Display"/>
              <a:ea typeface="ADLaM Display"/>
              <a:cs typeface="ADLaM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8325758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73FFF-FB94-0A8B-926A-93323BB75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Puzzle 3 – Coding Challenge</a:t>
            </a:r>
          </a:p>
        </p:txBody>
      </p:sp>
      <p:pic>
        <p:nvPicPr>
          <p:cNvPr id="4" name="Content Placeholder 3" descr="A screenshot of a program&#10;&#10;AI-generated content may be incorrect.">
            <a:extLst>
              <a:ext uri="{FF2B5EF4-FFF2-40B4-BE49-F238E27FC236}">
                <a16:creationId xmlns:a16="http://schemas.microsoft.com/office/drawing/2014/main" id="{6795FA3F-EDC4-8793-85DD-C9D26843EB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0657" y="1692402"/>
            <a:ext cx="9310686" cy="447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291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0EA90-589D-C17E-778B-49FE209EC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Puzzle 3 – Coding 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FEA91-7D53-01F2-E75F-41BD1D3C2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The robot's hardware &amp; network connection is repaired, but the code that the robot is curr</a:t>
            </a:r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ently running is broken and stuck in a loop.</a:t>
            </a:r>
            <a:endParaRPr lang="en-GB" dirty="0">
              <a:solidFill>
                <a:schemeClr val="bg1"/>
              </a:solidFill>
              <a:latin typeface="ADLaM Display"/>
              <a:ea typeface="ADLaM Display"/>
              <a:cs typeface="ADLaM Display"/>
            </a:endParaRPr>
          </a:p>
          <a:p>
            <a:r>
              <a:rPr lang="en-GB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The player must use a simple drag-and-drop code editor to guide the robot to follow a path to the door, so that it can open it and thus the player may finally "escape".</a:t>
            </a:r>
            <a:endParaRPr lang="en-GB" dirty="0">
              <a:solidFill>
                <a:schemeClr val="bg1"/>
              </a:solidFill>
              <a:latin typeface="ADLaM Display"/>
              <a:ea typeface="ADLaM Display"/>
              <a:cs typeface="ADLaM Display"/>
            </a:endParaRPr>
          </a:p>
          <a:p>
            <a:r>
              <a:rPr lang="en-GB" dirty="0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This challenge educates the player in a very basic way about the fundamentals of </a:t>
            </a:r>
            <a:r>
              <a:rPr lang="en-GB" b="1" i="1" u="sng" dirty="0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programming and coding</a:t>
            </a:r>
            <a:r>
              <a:rPr lang="en-GB" dirty="0">
                <a:solidFill>
                  <a:schemeClr val="bg1"/>
                </a:solidFill>
                <a:latin typeface="ADLaM Display"/>
                <a:ea typeface="ADLaM Display"/>
                <a:cs typeface="ADLaM Display"/>
              </a:rPr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3528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EscapeAI</vt:lpstr>
      <vt:lpstr>Overall Project &amp; Theme</vt:lpstr>
      <vt:lpstr>Overall Project &amp; Theme</vt:lpstr>
      <vt:lpstr>Puzzle 1 – 3D Printer</vt:lpstr>
      <vt:lpstr>Puzzle 1 – 3D Printer</vt:lpstr>
      <vt:lpstr>Puzzle 2 – Network Repair</vt:lpstr>
      <vt:lpstr>Puzzle 2 – Network Repair</vt:lpstr>
      <vt:lpstr>Puzzle 3 – Coding Challenge</vt:lpstr>
      <vt:lpstr>Puzzle 3 – Coding 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222</cp:revision>
  <dcterms:created xsi:type="dcterms:W3CDTF">2026-03-01T05:03:17Z</dcterms:created>
  <dcterms:modified xsi:type="dcterms:W3CDTF">2026-03-01T05:55:46Z</dcterms:modified>
</cp:coreProperties>
</file>