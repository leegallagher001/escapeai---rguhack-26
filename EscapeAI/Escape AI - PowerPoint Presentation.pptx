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4" r:id="rId4"/>
    <p:sldId id="259" r:id="rId5"/>
    <p:sldId id="258" r:id="rId6"/>
    <p:sldId id="261" r:id="rId7"/>
    <p:sldId id="260" r:id="rId8"/>
    <p:sldId id="263" r:id="rId9"/>
    <p:sldId id="262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55A57-E49D-4B24-A67F-C04D7AFAA5EE}" v="752" dt="2026-03-01T05:51:21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41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4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19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427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52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30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1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25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1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54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75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8000" dirty="0" err="1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EscapeAI</a:t>
            </a:r>
            <a:endParaRPr lang="en-GB" sz="8000">
              <a:solidFill>
                <a:schemeClr val="bg1"/>
              </a:solidFill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By the </a:t>
            </a:r>
            <a:r>
              <a:rPr lang="en-GB" sz="3600" dirty="0" err="1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escApIsts</a:t>
            </a:r>
            <a:r>
              <a:rPr lang="en-GB" sz="3600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 - Lee Gallagher &amp; Nimrod Rankin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C2CD-7232-F833-6043-3B1936B9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Overall Project &amp; Theme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72CE2-1B30-0C07-9CE5-2EAE79662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A point-and-click escape room game and adventure that is designed to both be an interesting game as well as an </a:t>
            </a:r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educational experience with a theme of AI &amp; the future of computing.</a:t>
            </a:r>
            <a:endParaRPr lang="en-GB" dirty="0">
              <a:solidFill>
                <a:schemeClr val="bg1"/>
              </a:solidFill>
              <a:latin typeface="ADLaM Display"/>
              <a:ea typeface="ADLaM Display"/>
              <a:cs typeface="ADLaM Display"/>
            </a:endParaRPr>
          </a:p>
          <a:p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Player is stuck in an AI/tech lab with a large locked door at the end of the room, a robot that can open that door, but which is very clearly broken, and a desk with a </a:t>
            </a:r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desktop PC and a 3D printer.</a:t>
            </a:r>
            <a:endParaRPr lang="en-GB" dirty="0">
              <a:solidFill>
                <a:schemeClr val="bg1"/>
              </a:solidFill>
              <a:latin typeface="ADLaM Display"/>
              <a:ea typeface="ADLaM Display"/>
              <a:cs typeface="ADLaM Display"/>
            </a:endParaRPr>
          </a:p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Player must solve 3 main puzzles to escape.</a:t>
            </a:r>
            <a:endParaRPr lang="en-GB" dirty="0">
              <a:solidFill>
                <a:schemeClr val="bg1"/>
              </a:solidFill>
              <a:latin typeface="ADLaM Display"/>
              <a:ea typeface="ADLaM Display"/>
              <a:cs typeface="ADLaM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040932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1B02-A166-3BB9-1329-4ADBFD82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Overall Project &amp; Theme</a:t>
            </a:r>
          </a:p>
        </p:txBody>
      </p:sp>
      <p:pic>
        <p:nvPicPr>
          <p:cNvPr id="4" name="Content Placeholder 3" descr="A cartoon of a room&#10;&#10;AI-generated content may be incorrect.">
            <a:extLst>
              <a:ext uri="{FF2B5EF4-FFF2-40B4-BE49-F238E27FC236}">
                <a16:creationId xmlns:a16="http://schemas.microsoft.com/office/drawing/2014/main" id="{BFE35A41-834B-48A0-92F5-C68C61777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3107" y="1689597"/>
            <a:ext cx="9253724" cy="40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9674-1EDF-79ED-3F2E-3D4FDBC2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Puzzle 1 – 3D Printer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86ED4-D501-F2D7-03DF-8201C98C0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The player must solve the first puzzle by using a simple drag-and-drop interface to design and print a new wheel and wheel </a:t>
            </a:r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assembly for the broken robot.</a:t>
            </a:r>
            <a:endParaRPr lang="en-GB" dirty="0">
              <a:solidFill>
                <a:schemeClr val="bg1"/>
              </a:solidFill>
              <a:latin typeface="ADLaM Display"/>
              <a:ea typeface="ADLaM Display"/>
              <a:cs typeface="ADLaM Display"/>
            </a:endParaRPr>
          </a:p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The theme of this exercise is </a:t>
            </a:r>
            <a:r>
              <a:rPr lang="en-GB" b="1" i="1" u="sng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Computer-Aided Design (CAD)</a:t>
            </a:r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 </a:t>
            </a:r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and the technology of </a:t>
            </a:r>
            <a:r>
              <a:rPr lang="en-GB" b="1" i="1" u="sng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3D Printing</a:t>
            </a:r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7868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BB491-F295-C6E8-0537-373393E9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Puzzle 1 – 3D Printer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A8F1BA-166E-14C3-F007-BA1181679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34" y="1690688"/>
            <a:ext cx="10097531" cy="485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65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600A-D7D0-806B-7486-E0D58915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Puzzle 2 – Network Repair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F22E-3FBB-EF53-1CEF-E20C696A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After physically repairing the robot with the 3D printer and the new component, the player must then re-establish the wireless network connection between the PC and the robot.</a:t>
            </a:r>
          </a:p>
          <a:p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Puzzle involves changing IP Address, Subnet Mask and Gateway to make sure the robot and the PC are on the same network, as well as a very basic wiring task.</a:t>
            </a:r>
          </a:p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This puzzle highlights the theme of </a:t>
            </a:r>
            <a:r>
              <a:rPr lang="en-GB" b="1" i="1" u="sng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networking</a:t>
            </a:r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.</a:t>
            </a:r>
            <a:endParaRPr lang="en-GB" dirty="0">
              <a:solidFill>
                <a:schemeClr val="bg1"/>
              </a:solidFill>
              <a:latin typeface="ADLaM Display"/>
              <a:ea typeface="ADLaM Display"/>
              <a:cs typeface="ADLaM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32575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FC93-D3B6-0E7F-0B79-3E876D81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Puzzle 2 – Network Repair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105A02-F813-7749-154C-C77F2C0DD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32" y="1689869"/>
            <a:ext cx="9997135" cy="480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0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EA90-589D-C17E-778B-49FE209E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Puzzle 3 – Coding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FEA91-7D53-01F2-E75F-41BD1D3C2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The robot's hardware &amp; network connection is repaired, but the code that the robot is curr</a:t>
            </a:r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ently running is broken and stuck in a loop.</a:t>
            </a:r>
            <a:endParaRPr lang="en-GB" dirty="0">
              <a:solidFill>
                <a:schemeClr val="bg1"/>
              </a:solidFill>
              <a:latin typeface="ADLaM Display"/>
              <a:ea typeface="ADLaM Display"/>
              <a:cs typeface="ADLaM Display"/>
            </a:endParaRPr>
          </a:p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The player must use a simple drag-and-drop code editor to guide the robot to follow a path to the door, so that it can open it and thus the player may finally "escape".</a:t>
            </a:r>
            <a:endParaRPr lang="en-GB" dirty="0">
              <a:solidFill>
                <a:schemeClr val="bg1"/>
              </a:solidFill>
              <a:latin typeface="ADLaM Display"/>
              <a:ea typeface="ADLaM Display"/>
              <a:cs typeface="ADLaM Display"/>
            </a:endParaRPr>
          </a:p>
          <a:p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This challenge educates the player in a very basic way about the fundamentals of </a:t>
            </a:r>
            <a:r>
              <a:rPr lang="en-GB" b="1" i="1" u="sng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programming and coding</a:t>
            </a:r>
            <a:r>
              <a:rPr lang="en-GB" dirty="0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352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3FFF-FB94-0A8B-926A-93323BB7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  <a:latin typeface="ADLaM Display"/>
                <a:ea typeface="ADLaM Display"/>
                <a:cs typeface="ADLaM Display"/>
              </a:rPr>
              <a:t>Puzzle 3 – Coding Challenge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F5454B-9D22-DE49-1EAD-6935DA64B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67" y="1690688"/>
            <a:ext cx="9882665" cy="476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91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335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ADLaM Display</vt:lpstr>
      <vt:lpstr>Aptos</vt:lpstr>
      <vt:lpstr>Aptos Display</vt:lpstr>
      <vt:lpstr>Arial</vt:lpstr>
      <vt:lpstr>Office Theme</vt:lpstr>
      <vt:lpstr>EscapeAI</vt:lpstr>
      <vt:lpstr>Overall Project &amp; Theme</vt:lpstr>
      <vt:lpstr>Overall Project &amp; Theme</vt:lpstr>
      <vt:lpstr>Puzzle 1 – 3D Printer</vt:lpstr>
      <vt:lpstr>Puzzle 1 – 3D Printer</vt:lpstr>
      <vt:lpstr>Puzzle 2 – Network Repair</vt:lpstr>
      <vt:lpstr>Puzzle 2 – Network Repair</vt:lpstr>
      <vt:lpstr>Puzzle 3 – Coding Challenge</vt:lpstr>
      <vt:lpstr>Puzzle 3 – Coding 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Lee Gallagher (A0133910)</cp:lastModifiedBy>
  <cp:revision>223</cp:revision>
  <dcterms:created xsi:type="dcterms:W3CDTF">2026-03-01T05:03:17Z</dcterms:created>
  <dcterms:modified xsi:type="dcterms:W3CDTF">2026-03-01T10:00:47Z</dcterms:modified>
</cp:coreProperties>
</file>